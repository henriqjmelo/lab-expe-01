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tema. O experimento compara resolver katas com e sem um assistente de IA, sob limite de 35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Hipóteses direcionais: H1 diz que com IA o tempo é menor, a taxa de testes aprovados é maior e a complexidade e a duplicação são menores. Nível de significância planejado de 0,05.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participantes, seis katas cada, 18 trials no total, 9 por tratamento. A ordem de cada pessoa foi congelada antes da coleta.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e as suítes foram escritos para este laboratório e congelados antes da coleta. Um piloto sem IA confirmou que as seis cabem em 35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os trials do Gabriel estão em data/trials_raw.csv, gerado pelo cronômetro. Os demais não têm esse registro e por isso não entram nos números. Nenhum valor foi estimado.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IA: K5 em 217 s; K1 e K3 chegaram ao limite. O K1 foi encerrado de propósito pelo participante. A mediana sem IA cai num trial censurado, então é um limite inferior e não um tempo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K1 sem IA terminou sem implementação (0 de 9). O registro original do cronômetro trazia 0 de 0, e foi lido como 0 de 9, o tamanho da suíte congelada.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Duplicação foi 0% em todos os trials medidos. As medianas de complexidade e manutenibilidade são próximas entre os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n igual a 3 por grupo, nenhum teste estatístico separa efeito de acaso. Além disso, o pareamento previsto no desenho precisa ser revisto: como cada pessoa faz cada kata uma vez, o pareamento só pode ser por kata, com seis 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desvios também estão na seção 6 do PROTOCOLO.md e na seção 5 do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script src/analise_parcial.py já gera tabelas e gráficos a partir de data/trials_raw.csv. Quando os demais trials forem registrados, basta rodar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EXPERIMENTAÇÃO DE SOFTWARE · LAB02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Assistentes de IA vs. codificação manual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experimento controlado com katas de programação, com e sem assistente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Augustto Costa Barros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Afonso Infante Vieira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Jardim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Software, 6º período, noite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Danilo Maia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queremos saber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 evidência controlada sobre o efeito real de assistentes de IA. Este laboratório mede três coisas.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685800" cy="68580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reduz o tempo até passar em todos os testes?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57400"/>
            <a:ext cx="685800" cy="685800"/>
          </a:xfrm>
          <a:prstGeom prst="ellipse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Defeitos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reduz a quantidade de testes que falham?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05740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altera a complexidade ciclomática ou a duplicação do código?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experimento foi desenhado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planejados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42032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por trial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6864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 autorais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11696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aceitação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entre participantes: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resolve as 6 katas, 3 com IA e 3 sem, em ordem contrabalanceada.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até passar em todos os testes. Trial que chega ao limite é censurado, não descartado.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5, usado pelo Claude Code na IDE. Sem IA, nenhum assistente pode ser consultado.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Katas e instrumentação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katas autorais em Python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de atendimento (round-robin)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senha corporativa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Consolidador de notas fiscais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rajada de login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Compactador de texto por repetição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Divisor de times por afinidade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1097280"/>
            <a:ext cx="32004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150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164592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timer.py: cronômetro e registro do trial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suítes de aceitação congeladas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radon: complexidade, linhas e manutenibilidade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jscpd: linhas duplicadas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consolida.py: valida o desenho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da coleta: 6 de 18 trials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20240" y="1234440"/>
            <a:ext cx="731520" cy="685800"/>
          </a:xfrm>
          <a:prstGeom prst="rect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234440"/>
            <a:ext cx="731520" cy="6858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234440"/>
            <a:ext cx="731520" cy="685800"/>
          </a:xfrm>
          <a:prstGeom prst="rect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731520" cy="6858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731520" cy="685800"/>
          </a:xfrm>
          <a:prstGeom prst="rect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731520" cy="6858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92024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92024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8892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78892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365760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2628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452628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9496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39496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626364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971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92024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192024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8892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278892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365760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2628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452628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9496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539496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6364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626364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cheia: registrado pelo cronômetro (azul, com IA; laranja, sem IA). Tracejado: sem registro, fora da análise.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6 trials de um só participante, só há estatística descritiva. Sem teste inferencial.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RQ1: tempo até passar nos testes</a:t>
            </a:r>
            <a:endParaRPr lang="en-US" sz="3000" dirty="0"/>
          </a:p>
        </p:txBody>
      </p:sp>
      <p:pic>
        <p:nvPicPr>
          <p:cNvPr id="3" name="Image 0" descr="D:/Desktop/Lab do cuzao/lab-expe-02/graficos/lab02_tempo_por_t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8767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com 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3 trials verdes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260604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 ou +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sem IA (censurada)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3 trials verde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 diferentes em cada tratamento e um único participante: leitura só descritiva.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testes aprovados ao final</a:t>
            </a:r>
            <a:endParaRPr lang="en-US" sz="3000" dirty="0"/>
          </a:p>
        </p:txBody>
      </p:sp>
      <p:pic>
        <p:nvPicPr>
          <p:cNvPr id="3" name="Image 0" descr="D:/Desktop/Lab do cuzao/lab-expe-02/graficos/lab02_taxa_suce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8767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com 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9 nos três trials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260604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87,5%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sem 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0% a 100%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K3, o único teste que falhou exigia a palavra "valor" em minúscula na mensagem de erro.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RQ3: estrutura do código</a:t>
            </a:r>
            <a:endParaRPr lang="en-US" sz="3000" dirty="0"/>
          </a:p>
        </p:txBody>
      </p:sp>
      <p:pic>
        <p:nvPicPr>
          <p:cNvPr id="3" name="Image 0" descr="D:/Desktop/Lab do cuzao/lab-expe-02/graficos/lab02_metricas_estati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60120"/>
            <a:ext cx="6949440" cy="198516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017520"/>
          <a:ext cx="6400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 (n=3)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IA (n=2)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 ciclomática 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Linhas duplicadas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manutenibilidade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K1 sem IA não entra, por não ter implementação. Com n tão pequeno, não há diferença a apontar.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ainda não dá pra concluir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9786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participante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0876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variação entre pessoas para separar do efeito da 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3055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06654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 diferentes por tratamento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37744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K2, K4 e K6 com IA; K1, K3 e K5 sem IA. Dificuldade se mistura com o efeito.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9923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352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anulou o contrabalanceamento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4612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trials sem IA vieram primeiro e os três com IA depois, na mesma noite.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6791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67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0390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já conhecia as katas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1480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trials foram feitos na mesma conversa em que ele escreveu enunciados e testes.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Desvios que ficam registrados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real: K1, K3, K5 (sem IA) e depois K2, K4, K6 (com IA), na mesma noite.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tentativa com solução pronta foi invalidada e removida. O trial foi refeito do zero. O registro 0/0 foi lido como 0/9.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K2, K4, K5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tecla x gravou censurado sobre resultado verde, por defeito do cronômetro. Os tempos reais foram restaurados a partir do log.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K2, K4, K6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assistente escreveu a solução direto no arquivo. No K4 e no K6, ele também rodou a suíte antes do participante.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3.13.0 e Node 24.13.0, no lugar das versões fixadas no README.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trial foi removido do dataset: o desvio é anotado e entra na análise como limitação.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pelo cronômetro os 12 trials que faltam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2598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2890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89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3570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desenho com o consolida.py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as métricas estáticas nos 18 trials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6354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6646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664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326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Pareamento por kata e teste de Wilcoxon (6 pares)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relatório e apresentação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6 pares, o menor p-valor possível no Wilcoxon é 0,031 (bilateral). O resultado será evidência exploratória.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github.com/henriqjmelo/lab-expe-01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github.com/users/henriqjmelo/projects/1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Relatório: lab-expe-02/relatorio/RELATORIO.md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Assistentes de IA vs. codificação manual</dc:title>
  <dc:subject>PptxGenJS Presentation</dc:subject>
  <dc:creator>Guilherme Augustto Costa Barros, Gabriel Afonso Infante Vieira, Henrique Jardim</dc:creator>
  <cp:lastModifiedBy>Guilherme Augustto Costa Barros, Gabriel Afonso Infante Vieira, Henrique Jardim</cp:lastModifiedBy>
  <cp:revision>1</cp:revision>
  <dcterms:created xsi:type="dcterms:W3CDTF">2026-09-25T02:59:38Z</dcterms:created>
  <dcterms:modified xsi:type="dcterms:W3CDTF">2026-09-25T02:59:38Z</dcterms:modified>
</cp:coreProperties>
</file>